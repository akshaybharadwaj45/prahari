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88720"/>
            <a:ext cx="3474720" cy="365760"/>
          </a:xfrm>
          <a:prstGeom prst="roundRect">
            <a:avLst/>
          </a:prstGeom>
          <a:solidFill>
            <a:srgbClr val="064E5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SPACE SITUATIONAL AWARENESS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1F5F9"/>
                </a:solidFill>
              </a:defRPr>
            </a:pPr>
            <a:r>
              <a:t>PRAHARI: Autonomous Spacecraft Conjunction Assessment &amp; High-Recall Collision Triage</a:t>
            </a:r>
          </a:p>
          <a:p>
            <a:pPr>
              <a:spcBef>
                <a:spcPts val="1200"/>
              </a:spcBef>
              <a:defRPr sz="1600">
                <a:solidFill>
                  <a:srgbClr val="10B981"/>
                </a:solidFill>
              </a:defRPr>
            </a:pPr>
            <a:r>
              <a:t>High-Recall ML Architecture (92.70% Recall @ -6.0 Threshold) Utilizing 100 Native Telemetry 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2560320" cy="164592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92.70% Recall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165 of 178 true collisions caught at -6.0 threshold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3931920"/>
            <a:ext cx="2560320" cy="164592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100 Native Features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Zero synthetic features; 100% standard CDM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3931920"/>
            <a:ext cx="2560320" cy="164592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79.71% Precision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Only 42 false alarms across 1,989 safe events (~75% reduction)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3931920"/>
            <a:ext cx="2560320" cy="164592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3-5 Days Lead Time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Actionable early warning for collision avoidance burns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Prahari Research Team | Department of Aerospace Engineering &amp; Machine Learning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OPERATIONAL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Executive Summary: The Low Earth Orbit Conjunction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The Orbital Traffic Challenge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• Exponential LEO Congestion: </a:t>
            </a:r>
            <a:r>
              <a:rPr sz="1200">
                <a:solidFill>
                  <a:srgbClr val="94A3B8"/>
                </a:solidFill>
              </a:rPr>
              <a:t>Over 36,000 tracked debris objects and mega-constellations create thousands of close conjunctions weekly.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• Asymmetric Operational Loss: </a:t>
            </a:r>
            <a:r>
              <a:rPr sz="1200">
                <a:solidFill>
                  <a:srgbClr val="94A3B8"/>
                </a:solidFill>
              </a:rPr>
              <a:t>A single False Negative (missed collision) results in total spacecraft destruction and catastrophic debris cascading (Kessler syndrome).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• High Sensor Noise: </a:t>
            </a:r>
            <a:r>
              <a:rPr sz="1200">
                <a:solidFill>
                  <a:srgbClr val="94A3B8"/>
                </a:solidFill>
              </a:rPr>
              <a:t>Early radar observations (5-7 days pre-TCA) suffer from wide covariance uncertainty, making static risk estimation unreliable.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• Alert Threshold Standard: </a:t>
            </a:r>
            <a:r>
              <a:rPr sz="1200">
                <a:solidFill>
                  <a:srgbClr val="94A3B8"/>
                </a:solidFill>
              </a:rPr>
              <a:t>The international high-risk alert boundary is log10(Pc) &gt;= -6.0 (1 in 1,000,000 probability).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The Prahari Solution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✓ 100% Native Dataset Telemetry: </a:t>
            </a:r>
            <a:r>
              <a:rPr sz="1200">
                <a:solidFill>
                  <a:srgbClr val="94A3B8"/>
                </a:solidFill>
              </a:rPr>
              <a:t>Ingests all 100 raw columns directly from standard CDMs without inventing opaque synthetic features.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✓ High-Recall Objective (92.70%): </a:t>
            </a:r>
            <a:r>
              <a:rPr sz="1200">
                <a:solidFill>
                  <a:srgbClr val="94A3B8"/>
                </a:solidFill>
              </a:rPr>
              <a:t>Utilizes asymmetric sample weighting (w=30x) to ensure dangerous conjunctions are caught early.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✓ Precision Breakthrough (79.71%): </a:t>
            </a:r>
            <a:r>
              <a:rPr sz="1200">
                <a:solidFill>
                  <a:srgbClr val="94A3B8"/>
                </a:solidFill>
              </a:rPr>
              <a:t>Only 42 false alarms out of 1,989 safe events, eliminating the 85% false alarm flood seen in prior literature.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F1F5F9"/>
                </a:solidFill>
              </a:rPr>
              <a:t>✓ Actionable Lead Time (3-5 Days): </a:t>
            </a:r>
            <a:r>
              <a:rPr sz="1200">
                <a:solidFill>
                  <a:srgbClr val="94A3B8"/>
                </a:solidFill>
              </a:rPr>
              <a:t>Provides flight dynamics teams ample time to validate orbits and command thruster burns.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Critical Gaps in Base Literature: Why Existing ML Methods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46304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EF4444"/>
                </a:solidFill>
              </a:rPr>
              <a:t>GAP 1: TEMPORAL BLINDNESS AT TCA  |  </a:t>
            </a:r>
            <a:r>
              <a:rPr i="1" sz="1100">
                <a:solidFill>
                  <a:srgbClr val="94A3B8"/>
                </a:solidFill>
              </a:rPr>
              <a:t>Kalyanaraman et al. (EPJ Web of Conf. 2026)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• Literature Flaw: </a:t>
            </a:r>
            <a:r>
              <a:rPr sz="1100">
                <a:solidFill>
                  <a:srgbClr val="94A3B8"/>
                </a:solidFill>
              </a:rPr>
              <a:t>Evaluated classifiers strictly on 1 CDM snapshot recorded at TCA (0 hours lead time). In reality, chemical/electric thrusters require 24-72 hours for planning and burn execution. Zero-lead-time triage is operationally useless.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10B981"/>
                </a:solidFill>
              </a:rPr>
              <a:t>• Prahari Solution: </a:t>
            </a:r>
            <a:r>
              <a:rPr sz="1100">
                <a:solidFill>
                  <a:srgbClr val="F1F5F9"/>
                </a:solidFill>
              </a:rPr>
              <a:t>Prahari provides 3 to 5 days of actionable early warning by learning from the multi-pass observation timeline.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10698480" cy="146304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59E0B"/>
                </a:solidFill>
              </a:rPr>
              <a:t>GAP 2: FALSE ALARM FLOODING (85% FALSE ALARMS)  |  </a:t>
            </a:r>
            <a:r>
              <a:rPr i="1" sz="1100">
                <a:solidFill>
                  <a:srgbClr val="94A3B8"/>
                </a:solidFill>
              </a:rPr>
              <a:t>Kalyanaraman et al. (EPJ Web of Conf. 2026)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• Literature Flaw: </a:t>
            </a:r>
            <a:r>
              <a:rPr sz="1100">
                <a:solidFill>
                  <a:srgbClr val="94A3B8"/>
                </a:solidFill>
              </a:rPr>
              <a:t>Achieved only 15.0% Precision (85 out of 100 alerts were false alarms). Executing collision avoidance maneuvers on these false alarms would rapidly exhaust satellite stationkeeping fuel.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10B981"/>
                </a:solidFill>
              </a:rPr>
              <a:t>• Prahari Solution: </a:t>
            </a:r>
            <a:r>
              <a:rPr sz="1100">
                <a:solidFill>
                  <a:srgbClr val="F1F5F9"/>
                </a:solidFill>
              </a:rPr>
              <a:t>Prahari achieves 79.71% Precision (only 42 false alarms across 1,989 safe events), cutting false alarms by ~75%.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46304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06B6D4"/>
                </a:solidFill>
              </a:rPr>
              <a:t>GAP 3: SYNTHETIC FEATURE BLOAT  |  </a:t>
            </a:r>
            <a:r>
              <a:rPr i="1" sz="1100">
                <a:solidFill>
                  <a:srgbClr val="94A3B8"/>
                </a:solidFill>
              </a:rPr>
              <a:t>ESA Kelvins Competition Winners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• Literature Flaw: </a:t>
            </a:r>
            <a:r>
              <a:rPr sz="1100">
                <a:solidFill>
                  <a:srgbClr val="94A3B8"/>
                </a:solidFill>
              </a:rPr>
              <a:t>Many previous competition solutions constructed complex synthetic indices that obscure astrodynamic interpretation and fail on real raw CDMs.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10B981"/>
                </a:solidFill>
              </a:rPr>
              <a:t>• Prahari Solution: </a:t>
            </a:r>
            <a:r>
              <a:rPr sz="1100">
                <a:solidFill>
                  <a:srgbClr val="F1F5F9"/>
                </a:solidFill>
              </a:rPr>
              <a:t>Prahari uses all 100 native telemetry parameters directly with median imputation for 100% zero-crash reliability.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TELEMETRY INGESTION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Input Space: 100 Native Telemetry Parameters from Standard CDMs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493776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1. Orbital Kinematics (20 Features)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3D Euclidean Miss Distance (d_miss)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Relative Velocity Magnitude (v_rel)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Relative Position Vector: [r_R, r_T, r_N]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Relative Velocity Vector: [v_R, v_T, v_N]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Semi-Major Axis (sma)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Eccentricity (ecc)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Inclination (inc)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Apogee &amp; Perigee (h_apo, h_per)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Time to Conjunction Epoch (time_to_tca)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Joint Mahalanobis Statistical Distance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60320" cy="493776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2. Covariance &amp; Dispersion (36 Features)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1-Sigma Position Errors: [t_sigma_r, t, n]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Chaser 1-Sigma Position Errors: [c_sigma_r, t, n]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1-Sigma Velocity Errors: [t_sigma_rdot, tdot, ndot]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Chaser 1-Sigma Velocity Errors: [c_sigma_rdot, tdot, ndot]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3D Covariance Determinant (t_det in m^6)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Chaser 3D Covariance Determinant (c_det in m^6)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18 Directional RTN Cross-Correlation Terms (t_ct_r, t_cn_r, t_cn_t, c_ct_r,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2560320" cy="493776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3. Solar &amp; Space Weather (4 Features)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F10: Daily Solar Radio Flux (10.7 cm, 2800 MHz)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F3M: Smoothed 81-Day Centered Solar Flux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SSN: International Sunspot Count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AP: Planetary Geomagnetic Activity Index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F59E0B"/>
                </a:solidFill>
              </a:rPr>
              <a:t>• -&gt; Accurately captures thermospheric atmospheric density expansion causing along-track orbit decay.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560320" cy="493776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4. Sensor Tracking &amp; OD (40 Features)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Observations Available vs. Used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Weighted RMS Orbit Determination Residuals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Target &amp; Chaser Radar Cross Section (RCS in m^2)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Ballistic Drag Area-to-Mass (cd_area_over_mass)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Solar Radiation Area-to-Mass (cr_area_over_mass)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Tracking Arc Duration Spans (t_span, c_span)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94A3B8"/>
                </a:solidFill>
              </a:rPr>
              <a:t>• Theoretical Max Risk Bounds &amp; Scaling Factors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Machine Learning Formulation: Asymmetric High-Recall XGBoost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Asymmetric Safety Loss Formulation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Target Variable: </a:t>
            </a:r>
            <a:r>
              <a:rPr sz="1200">
                <a:solidFill>
                  <a:srgbClr val="94A3B8"/>
                </a:solidFill>
              </a:rPr>
              <a:t>Continuous final collision risk log10(Pc) at TCA.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Alert Boundary (tau = -6.0): </a:t>
            </a:r>
            <a:r>
              <a:rPr sz="1200">
                <a:solidFill>
                  <a:srgbClr val="94A3B8"/>
                </a:solidFill>
              </a:rPr>
              <a:t>Pc &gt;= 10^-6 represents the actionable high-risk alert threshold.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Extreme Class Imbalance: </a:t>
            </a:r>
            <a:r>
              <a:rPr sz="1200">
                <a:solidFill>
                  <a:srgbClr val="94A3B8"/>
                </a:solidFill>
              </a:rPr>
              <a:t>178 high-risk events vs. 1,989 safe events in held-out test data (1:11 ratio).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Asymmetric Sample Weighting: </a:t>
            </a:r>
            <a:r>
              <a:rPr sz="1200">
                <a:solidFill>
                  <a:srgbClr val="94A3B8"/>
                </a:solidFill>
              </a:rPr>
              <a:t>w = 30.0 for y &gt;= -6.0, w = 1.0 for y &lt; -6.0. Forces trees to heavily penalize False Negatives (missed collisions).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Pre-Computed Median Imputation: </a:t>
            </a:r>
            <a:r>
              <a:rPr sz="1200">
                <a:solidFill>
                  <a:srgbClr val="94A3B8"/>
                </a:solidFill>
              </a:rPr>
              <a:t>Feature medians pre-calculated from 162k training CDMs. Guarantees 100% zero-crash execution on incomplete uploaded CDMs.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XGBoost Hyperparameters &amp; Pipeline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Algorithm: </a:t>
            </a:r>
            <a:r>
              <a:rPr sz="1200">
                <a:solidFill>
                  <a:srgbClr val="94A3B8"/>
                </a:solidFill>
              </a:rPr>
              <a:t>Extreme Gradient Boosting (XGBoost) Regressor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Number of Trees (n_estimators): </a:t>
            </a:r>
            <a:r>
              <a:rPr sz="1200">
                <a:solidFill>
                  <a:srgbClr val="94A3B8"/>
                </a:solidFill>
              </a:rPr>
              <a:t>300 sequential gradient boosted trees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Max Tree Depth (max_depth): </a:t>
            </a:r>
            <a:r>
              <a:rPr sz="1200">
                <a:solidFill>
                  <a:srgbClr val="94A3B8"/>
                </a:solidFill>
              </a:rPr>
              <a:t>6 (captures high-order non-linear physical interactions)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Learning Rate (eta): </a:t>
            </a:r>
            <a:r>
              <a:rPr sz="1200">
                <a:solidFill>
                  <a:srgbClr val="94A3B8"/>
                </a:solidFill>
              </a:rPr>
              <a:t>0.03 (gradual convergence prevents overfitting)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Subsample &amp; Colsample: </a:t>
            </a:r>
            <a:r>
              <a:rPr sz="1200">
                <a:solidFill>
                  <a:srgbClr val="94A3B8"/>
                </a:solidFill>
              </a:rPr>
              <a:t>0.80 row &amp; feature subsampling per tree (noise robustness)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Tree Method: </a:t>
            </a:r>
            <a:r>
              <a:rPr sz="1200">
                <a:solidFill>
                  <a:srgbClr val="94A3B8"/>
                </a:solidFill>
              </a:rPr>
              <a:t>hist (high-performance histogram binning)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F1F5F9"/>
                </a:solidFill>
              </a:rPr>
              <a:t>• Training Compute Speed: </a:t>
            </a:r>
            <a:r>
              <a:rPr sz="1200">
                <a:solidFill>
                  <a:srgbClr val="94A3B8"/>
                </a:solidFill>
              </a:rPr>
              <a:t>12.66 seconds across 162,634 observation rows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PERFORMANCE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Empirical Benchmark: Outperforming Base Paper &amp; Competition Baselines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834640"/>
                <a:gridCol w="2468880"/>
                <a:gridCol w="2468880"/>
              </a:tblGrid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</a:defRPr>
                      </a:pPr>
                      <a:r>
                        <a:t>PRAHARI (100 Raw Features)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Kalyanaraman et al. (2026)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1F5F9"/>
                          </a:solidFill>
                        </a:defRPr>
                      </a:pPr>
                      <a:r>
                        <a:t>ESA Competition Winner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Evaluation Threshold (tau)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-6.0 log10(Pc)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-6.0 log10(Pc)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-6.0 log10(Pc)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High-Risk Recall (Collisions Caught)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92.70% (165 / 178)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~68.0%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78.2%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Safety F2 Score (Recall Weighted 2x)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89.77%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~35.0%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69.1%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Operational Precision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79.71% (Only 42 False Alarms)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F4444"/>
                          </a:solidFill>
                        </a:defRPr>
                      </a:pPr>
                      <a:r>
                        <a:t>15.0% (85% False Alarms)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~32.4%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Overall Classification Accuracy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97.46% (2,112 / 2,167)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~85.0%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~91.0%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Actionable Early Warning Lead Time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 to 5 Days pre-TCA</a:t>
                      </a:r>
                    </a:p>
                  </a:txBody>
                  <a:tcPr>
                    <a:solidFill>
                      <a:srgbClr val="1037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0 Hours (TCA snapshot)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2 to 5 Days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669280"/>
            <a:ext cx="10698480" cy="731520"/>
          </a:xfrm>
          <a:prstGeom prst="roundRect">
            <a:avLst/>
          </a:prstGeom>
          <a:solidFill>
            <a:srgbClr val="064E5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1F5F9"/>
                </a:solidFill>
              </a:defRPr>
            </a:pPr>
            <a:r>
              <a:t>KEY TAKEAWAY: Prahari catches 92.70% of real collisions (165/178) while cutting false alarms by ~75% compared to published baselines.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FLIGHT OPERATIONS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Operational Triage: Automated Multi-Tier Action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97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EF4444"/>
                </a:solidFill>
              </a:rPr>
              <a:t>CRITICAL ALERT  </a:t>
            </a:r>
            <a:r>
              <a:rPr sz="1100">
                <a:solidFill>
                  <a:srgbClr val="94A3B8"/>
                </a:solidFill>
              </a:rPr>
              <a:t>[log10(Pc) &gt;= -4.0  |  1 in 10,000 or greater]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Action Protocol: </a:t>
            </a:r>
            <a:r>
              <a:rPr sz="1100">
                <a:solidFill>
                  <a:srgbClr val="94A3B8"/>
                </a:solidFill>
              </a:rPr>
              <a:t>Execute Collision Avoidance Maneuver (CAM). Autonomous thruster burn planned, ground station confirmation requested.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1097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F59E0B"/>
                </a:solidFill>
              </a:rPr>
              <a:t>HIGH RISK  </a:t>
            </a:r>
            <a:r>
              <a:rPr sz="1100">
                <a:solidFill>
                  <a:srgbClr val="94A3B8"/>
                </a:solidFill>
              </a:rPr>
              <a:t>[-5.0 &lt;= log10(Pc) &lt; -4.0  |  1 in 100,000 to 1 in 10k]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Action Protocol: </a:t>
            </a:r>
            <a:r>
              <a:rPr sz="1100">
                <a:solidFill>
                  <a:srgbClr val="94A3B8"/>
                </a:solidFill>
              </a:rPr>
              <a:t>Maneuver Planning Initiated. High-priority radar tracking pass requested from Space Surveillance Network.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698480" cy="1097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06B6D4"/>
                </a:solidFill>
              </a:rPr>
              <a:t>ELEVATED RISK  </a:t>
            </a:r>
            <a:r>
              <a:rPr sz="1100">
                <a:solidFill>
                  <a:srgbClr val="94A3B8"/>
                </a:solidFill>
              </a:rPr>
              <a:t>[-6.0 &lt;= log10(Pc) &lt; -5.0  |  1 in 1,000,000 to 1 in 100k]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Action Protocol: </a:t>
            </a:r>
            <a:r>
              <a:rPr sz="1100">
                <a:solidFill>
                  <a:srgbClr val="94A3B8"/>
                </a:solidFill>
              </a:rPr>
              <a:t>Heightened Vigilance &amp; Screening. Trajectory screening against all neighboring constellation spacecraft.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74920"/>
            <a:ext cx="10698480" cy="1097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10B981"/>
                </a:solidFill>
              </a:rPr>
              <a:t>LOW RISK (NOMINAL)  </a:t>
            </a:r>
            <a:r>
              <a:rPr sz="1100">
                <a:solidFill>
                  <a:srgbClr val="94A3B8"/>
                </a:solidFill>
              </a:rPr>
              <a:t>[log10(Pc) &lt; -6.0  |  Less than 1 in 1,000,000]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F1F5F9"/>
                </a:solidFill>
              </a:rPr>
              <a:t>Action Protocol: </a:t>
            </a:r>
            <a:r>
              <a:rPr sz="1100">
                <a:solidFill>
                  <a:srgbClr val="94A3B8"/>
                </a:solidFill>
              </a:rPr>
              <a:t>Nominal Orbit Monitoring. Safe orbital pass; zero thruster action required, preserving mission propellant.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Prahari Mission Control Platform: React + Three.js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B6D4"/>
                </a:solidFill>
              </a:defRPr>
            </a:pPr>
            <a:r>
              <a:t>Global Command Center (Overview)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Real-time telemetry counters, live CDM analysis module, and critical conjunction watchlist with instant triage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Interactive 3D Orbit Visualizer (Detail)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Full-bleed Three.js WebGL orbital scene with spacecraft and debris trajectories, 3-sigma covariance ellipsoids, and timeline playback scrubber.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94760"/>
            <a:ext cx="5257800" cy="2240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Model Lab &amp; Calibration Sandbox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Live threshold calibration slider (-8.0 to -2.0), SHAP feature importance charts, and categorized directory of all 100 native telemetry parameters.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94760"/>
            <a:ext cx="5257800" cy="22402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Instant Telemetry Prediction Engine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Drag-and-drop CSV ingestion module providing sub-millisecond risk prediction, collision probability %, and physical parameter breakdown.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SUMMARY &amp;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Conclusion &amp; Next-Generation Autonomous SSA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Core Research Contributions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1F5F9"/>
                </a:solidFill>
              </a:rPr>
              <a:t>✓ Eliminated Temporal Blindness: </a:t>
            </a:r>
            <a:r>
              <a:rPr sz="1100">
                <a:solidFill>
                  <a:srgbClr val="94A3B8"/>
                </a:solidFill>
              </a:rPr>
              <a:t>Provides 3 to 5 days of actionable lead time for collision avoidance burns.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1F5F9"/>
                </a:solidFill>
              </a:rPr>
              <a:t>✓ 92.70% High-Risk Recall: </a:t>
            </a:r>
            <a:r>
              <a:rPr sz="1100">
                <a:solidFill>
                  <a:srgbClr val="94A3B8"/>
                </a:solidFill>
              </a:rPr>
              <a:t>Catches 165 out of 178 dangerous collisions at the standard -6.0 alert threshold.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1F5F9"/>
                </a:solidFill>
              </a:rPr>
              <a:t>✓ 79.71% Precision (Only 42 False Alarms): </a:t>
            </a:r>
            <a:r>
              <a:rPr sz="1100">
                <a:solidFill>
                  <a:srgbClr val="94A3B8"/>
                </a:solidFill>
              </a:rPr>
              <a:t>Drastically cuts false alarms compared to Kalyanaraman et al. (85% false alarms).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1F5F9"/>
                </a:solidFill>
              </a:rPr>
              <a:t>✓ 100% Native Telemetry: </a:t>
            </a:r>
            <a:r>
              <a:rPr sz="1100">
                <a:solidFill>
                  <a:srgbClr val="94A3B8"/>
                </a:solidFill>
              </a:rPr>
              <a:t>Directly compatible with standard CCSDS CDM formats without synthetic feature bloat.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F1F5F9"/>
                </a:solidFill>
              </a:rPr>
              <a:t>✓ Lightweight &amp; Real-Time: </a:t>
            </a:r>
            <a:r>
              <a:rPr sz="1100">
                <a:solidFill>
                  <a:srgbClr val="94A3B8"/>
                </a:solidFill>
              </a:rPr>
              <a:t>FastAPI backend delivers sub-50ms inference latency for mission-critical operations.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61E31"/>
          </a:solidFill>
          <a:ln>
            <a:solidFill>
              <a:srgbClr val="2D3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Future Roadmap &amp; Extensions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1F5F9"/>
                </a:solidFill>
              </a:rPr>
              <a:t>🚀 Autonomous Maneuver Optimization (CAM Delta-V): </a:t>
            </a:r>
            <a:r>
              <a:rPr sz="1100">
                <a:solidFill>
                  <a:srgbClr val="94A3B8"/>
                </a:solidFill>
              </a:rPr>
              <a:t>Integrating Reinforcement Learning to calculate fuel-optimal burn vectors Delta-V.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1F5F9"/>
                </a:solidFill>
              </a:rPr>
              <a:t>🚀 Live Space-Track / ESA API Feed: </a:t>
            </a:r>
            <a:r>
              <a:rPr sz="1100">
                <a:solidFill>
                  <a:srgbClr val="94A3B8"/>
                </a:solidFill>
              </a:rPr>
              <a:t>Continuous ingestion of live Conjunction Data Messages from space surveillance portals.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1F5F9"/>
                </a:solidFill>
              </a:rPr>
              <a:t>🚀 Constellation Multi-Object Screening: </a:t>
            </a:r>
            <a:r>
              <a:rPr sz="1100">
                <a:solidFill>
                  <a:srgbClr val="94A3B8"/>
                </a:solidFill>
              </a:rPr>
              <a:t>Verifying that avoidance maneuvers do not induce secondary conjunctions in dense orbital shells.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F1F5F9"/>
                </a:solidFill>
              </a:rPr>
              <a:t>🚀 Onboard Edge AI Deployment: </a:t>
            </a:r>
            <a:r>
              <a:rPr sz="1100">
                <a:solidFill>
                  <a:srgbClr val="94A3B8"/>
                </a:solidFill>
              </a:rPr>
              <a:t>Quantizing the XGBoost model for execution directly on radiation-hardened satellite flight computers.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